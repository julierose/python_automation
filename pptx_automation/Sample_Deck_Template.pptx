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53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653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D0BF61A-CA11-A564-6A54-979F0ABE660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6A7148"/>
              </a:clrFrom>
              <a:clrTo>
                <a:srgbClr val="6A714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3814167"/>
            <a:ext cx="11201400" cy="756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940"/>
              </a:lnSpc>
              <a:defRPr/>
            </a:pPr>
            <a:r>
              <a:rPr lang="en-US" sz="5400" b="1" i="0" u="none" dirty="0">
                <a:solidFill>
                  <a:srgbClr val="FFFFFF"/>
                </a:solidFill>
                <a:latin typeface="+mj-lt"/>
              </a:rPr>
              <a:t>Title</a:t>
            </a:r>
            <a:endParaRPr sz="5400" b="1" i="0" u="none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87125" y="6376987"/>
            <a:ext cx="1428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43650"/>
            <a:ext cx="23812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191250"/>
            <a:ext cx="10668000" cy="381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114" y="226069"/>
            <a:ext cx="1120140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14532D"/>
                </a:solidFill>
                <a:latin typeface="+mj-lt"/>
              </a:rPr>
              <a:t>Sample Text Slide</a:t>
            </a:r>
            <a:endParaRPr sz="3600" b="1" i="0" u="none" dirty="0">
              <a:solidFill>
                <a:srgbClr val="14532D"/>
              </a:solidFill>
              <a:latin typeface="+mj-l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70114" y="91248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58550" y="6376987"/>
            <a:ext cx="171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CA3AF"/>
                </a:solidFill>
                <a:latin typeface="+mj-lt"/>
              </a:rPr>
              <a:t>02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43650"/>
            <a:ext cx="238125" cy="2286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50D252B-E76F-2C64-8207-E8B4C22537F5}"/>
              </a:ext>
            </a:extLst>
          </p:cNvPr>
          <p:cNvSpPr txBox="1"/>
          <p:nvPr/>
        </p:nvSpPr>
        <p:spPr>
          <a:xfrm>
            <a:off x="563947" y="1415534"/>
            <a:ext cx="163814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4532D"/>
                </a:solidFill>
                <a:latin typeface="+mj-lt"/>
              </a:rPr>
              <a:t>Header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4532D"/>
                </a:solidFill>
                <a:latin typeface="+mj-lt"/>
              </a:rPr>
              <a:t>Sample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191250"/>
            <a:ext cx="10668000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58550" y="6376987"/>
            <a:ext cx="171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CA3AF"/>
                </a:solidFill>
                <a:latin typeface="+mj-lt"/>
              </a:rPr>
              <a:t>03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43650"/>
            <a:ext cx="238125" cy="228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D5097D-ED36-51EE-AE95-D43852C07AE3}"/>
              </a:ext>
            </a:extLst>
          </p:cNvPr>
          <p:cNvSpPr txBox="1"/>
          <p:nvPr/>
        </p:nvSpPr>
        <p:spPr>
          <a:xfrm>
            <a:off x="370114" y="226069"/>
            <a:ext cx="1120140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14532D"/>
                </a:solidFill>
                <a:latin typeface="+mj-lt"/>
              </a:rPr>
              <a:t>Sample Chart/Image Slide</a:t>
            </a:r>
            <a:endParaRPr sz="3600" b="1" i="0" u="none" dirty="0">
              <a:solidFill>
                <a:srgbClr val="14532D"/>
              </a:solidFill>
              <a:latin typeface="+mj-lt"/>
            </a:endParaRP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F4426C64-03C2-8D1A-CFA5-774F5E02EE8C}"/>
              </a:ext>
            </a:extLst>
          </p:cNvPr>
          <p:cNvSpPr/>
          <p:nvPr/>
        </p:nvSpPr>
        <p:spPr>
          <a:xfrm>
            <a:off x="370114" y="91248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191250"/>
            <a:ext cx="10668000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58550" y="6376987"/>
            <a:ext cx="171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CA3AF"/>
                </a:solidFill>
                <a:latin typeface="+mj-lt"/>
              </a:rPr>
              <a:t>04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343650"/>
            <a:ext cx="2381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1591990"/>
            <a:ext cx="46824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i="0" u="none" dirty="0">
                <a:solidFill>
                  <a:srgbClr val="14532D"/>
                </a:solidFill>
                <a:latin typeface="+mj-lt"/>
              </a:rPr>
              <a:t>Header</a:t>
            </a:r>
            <a:endParaRPr sz="2400" b="1" i="0" u="none" dirty="0">
              <a:solidFill>
                <a:srgbClr val="14532D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2116824"/>
            <a:ext cx="4724400" cy="339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ts val="2879"/>
              </a:lnSpc>
              <a:buFont typeface="Arial" panose="020B0604020202020204" pitchFamily="34" charset="0"/>
              <a:buChar char="•"/>
            </a:pPr>
            <a:r>
              <a:rPr lang="en-US" sz="1800" b="0" i="0" u="none" dirty="0">
                <a:solidFill>
                  <a:srgbClr val="374151"/>
                </a:solidFill>
                <a:latin typeface="+mj-lt"/>
              </a:rPr>
              <a:t>Sample text</a:t>
            </a:r>
            <a:endParaRPr sz="1800" b="0" i="0" u="none" dirty="0">
              <a:solidFill>
                <a:srgbClr val="374151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D1C0B6-D286-9FFB-3224-BB37F0B4AEEC}"/>
              </a:ext>
            </a:extLst>
          </p:cNvPr>
          <p:cNvSpPr txBox="1"/>
          <p:nvPr/>
        </p:nvSpPr>
        <p:spPr>
          <a:xfrm>
            <a:off x="370114" y="226069"/>
            <a:ext cx="1120140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600" b="1" i="0" u="none" dirty="0">
                <a:solidFill>
                  <a:srgbClr val="14532D"/>
                </a:solidFill>
                <a:latin typeface="+mj-lt"/>
              </a:rPr>
              <a:t>Sample Text + Chart Slide</a:t>
            </a:r>
            <a:endParaRPr sz="3600" b="1" i="0" u="none" dirty="0">
              <a:solidFill>
                <a:srgbClr val="14532D"/>
              </a:solidFill>
              <a:latin typeface="+mj-lt"/>
            </a:endParaRPr>
          </a:p>
        </p:txBody>
      </p:sp>
      <p:sp>
        <p:nvSpPr>
          <p:cNvPr id="17" name="Rounded Rectangle 3">
            <a:extLst>
              <a:ext uri="{FF2B5EF4-FFF2-40B4-BE49-F238E27FC236}">
                <a16:creationId xmlns:a16="http://schemas.microsoft.com/office/drawing/2014/main" id="{09DDF621-EFA4-23E4-0B5F-27BDAB4A4743}"/>
              </a:ext>
            </a:extLst>
          </p:cNvPr>
          <p:cNvSpPr/>
          <p:nvPr/>
        </p:nvSpPr>
        <p:spPr>
          <a:xfrm>
            <a:off x="370114" y="91248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14D2E5-DA1A-AE7A-07D8-7C2747F8DFF6}"/>
              </a:ext>
            </a:extLst>
          </p:cNvPr>
          <p:cNvSpPr/>
          <p:nvPr/>
        </p:nvSpPr>
        <p:spPr>
          <a:xfrm>
            <a:off x="583163" y="1366935"/>
            <a:ext cx="5048250" cy="4578576"/>
          </a:xfrm>
          <a:prstGeom prst="rect">
            <a:avLst/>
          </a:prstGeom>
          <a:noFill/>
          <a:ln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14532D"/>
                </a:solidFill>
              </a:ln>
              <a:noFill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637" y="4483298"/>
            <a:ext cx="6562725" cy="5810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6191250"/>
            <a:ext cx="10668000" cy="38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70214" y="2608578"/>
            <a:ext cx="6051569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5400" b="1" i="0" u="none" dirty="0">
                <a:solidFill>
                  <a:srgbClr val="14532D"/>
                </a:solidFill>
                <a:latin typeface="+mj-lt"/>
              </a:rPr>
              <a:t>Sample Closing Slide</a:t>
            </a:r>
            <a:endParaRPr sz="5400" b="1" i="0" u="none" dirty="0">
              <a:solidFill>
                <a:srgbClr val="14532D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95700" y="3641377"/>
            <a:ext cx="4800600" cy="339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1800" b="0" i="0" u="none" dirty="0">
                <a:solidFill>
                  <a:srgbClr val="374151"/>
                </a:solidFill>
                <a:latin typeface="+mj-lt"/>
              </a:rPr>
              <a:t>Questions?</a:t>
            </a:r>
            <a:endParaRPr sz="1800" b="0" i="0" u="none" dirty="0">
              <a:solidFill>
                <a:srgbClr val="374151"/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68075" y="6376987"/>
            <a:ext cx="1619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CA3AF"/>
                </a:solidFill>
                <a:latin typeface="+mj-lt"/>
              </a:rPr>
              <a:t>05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1660177"/>
            <a:ext cx="609600" cy="609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814637" y="4788098"/>
            <a:ext cx="3295650" cy="27622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ctr"/>
            <a:r>
              <a:rPr lang="en-US" sz="1800" b="0" i="0" u="none" dirty="0">
                <a:solidFill>
                  <a:srgbClr val="4B5563"/>
                </a:solidFill>
                <a:latin typeface="+mj-lt"/>
              </a:rPr>
              <a:t>Contact email</a:t>
            </a:r>
            <a:endParaRPr sz="1800" b="0" i="0" u="none" dirty="0">
              <a:solidFill>
                <a:srgbClr val="4B5563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1287" y="4788098"/>
            <a:ext cx="2886075" cy="27622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ctr"/>
            <a:r>
              <a:rPr lang="en-US" sz="1800" b="0" i="0" u="none" dirty="0">
                <a:solidFill>
                  <a:srgbClr val="4B5563"/>
                </a:solidFill>
                <a:latin typeface="+mj-lt"/>
              </a:rPr>
              <a:t>Contact website</a:t>
            </a:r>
            <a:endParaRPr sz="1800" b="0" i="0" u="none" dirty="0">
              <a:solidFill>
                <a:srgbClr val="4B5563"/>
              </a:solidFill>
              <a:latin typeface="+mj-lt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343650"/>
            <a:ext cx="2381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4637" y="4807148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1287" y="4807148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1382</TotalTime>
  <Words>34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Julie Rose</dc:creator>
  <cp:keywords/>
  <dc:description>generated using python-pptx</dc:description>
  <cp:lastModifiedBy>Julie Rose</cp:lastModifiedBy>
  <cp:revision>7</cp:revision>
  <dcterms:created xsi:type="dcterms:W3CDTF">2013-01-27T09:14:16Z</dcterms:created>
  <dcterms:modified xsi:type="dcterms:W3CDTF">2026-08-08T19:04:29Z</dcterms:modified>
  <cp:category/>
</cp:coreProperties>
</file>